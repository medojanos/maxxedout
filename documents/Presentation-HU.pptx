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átum helye 3">
            <a:extLst>
              <a:ext uri="{FF2B5EF4-FFF2-40B4-BE49-F238E27FC236}">
                <a16:creationId xmlns:a16="http://schemas.microsoft.com/office/drawing/2014/main" id="{B8BBE37E-CDF7-4B4A-8068-117B5D04B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3E641-41DE-4131-BE43-BEBEB6171E7E}" type="datetimeFigureOut">
              <a:rPr lang="hu-HU" smtClean="0"/>
              <a:t>2026. 05. 06.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9C278B0-B10A-482F-ACAE-2ACB84280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98D804C-A2E7-481F-BE58-7AF530D77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C352-B0A6-4D12-8939-629BB6292242}" type="slidenum">
              <a:rPr lang="hu-HU" smtClean="0"/>
              <a:t>‹#›</a:t>
            </a:fld>
            <a:endParaRPr lang="hu-HU"/>
          </a:p>
        </p:txBody>
      </p:sp>
      <p:pic>
        <p:nvPicPr>
          <p:cNvPr id="10" name="Kép 9" descr="A képen sport, Fizikai erőnlét, súlyzó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4FD29315-FEB0-D33C-F364-3A0A5AB6C9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4854" y="1537854"/>
            <a:ext cx="3782291" cy="3782291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18854788-0846-45FD-91CA-AC46A6E78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t"/>
          <a:lstStyle>
            <a:lvl1pPr algn="ctr">
              <a:defRPr sz="6000" b="1"/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EBFEABC-8904-4060-A6CA-393803922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b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dirty="0"/>
              <a:t>Kattintson ide az alcím mintájának szerkesztéséhez</a:t>
            </a:r>
          </a:p>
        </p:txBody>
      </p:sp>
    </p:spTree>
    <p:extLst>
      <p:ext uri="{BB962C8B-B14F-4D97-AF65-F5344CB8AC3E}">
        <p14:creationId xmlns:p14="http://schemas.microsoft.com/office/powerpoint/2010/main" val="1200998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5D245E3-85E0-40FC-820E-A1EB9E30B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AC7D1D6-D482-47B9-8807-146965D79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EC297AE-DA5B-4B66-9B8F-FD3D51C53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3E641-41DE-4131-BE43-BEBEB6171E7E}" type="datetimeFigureOut">
              <a:rPr lang="hu-HU" smtClean="0"/>
              <a:t>2026. 05. 06.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CCE3B40-4243-4234-AE9C-675E78D7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934DDFD-17B9-4998-95FC-661B22BE7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C352-B0A6-4D12-8939-629BB629224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89266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A3D9CE5-2FC1-4623-A393-E44943710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F918B8A-9B4A-4607-B9B2-631A48972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91B1A42-DCCE-4932-883E-A415E8721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3E641-41DE-4131-BE43-BEBEB6171E7E}" type="datetimeFigureOut">
              <a:rPr lang="hu-HU" smtClean="0"/>
              <a:t>2026. 05. 06.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16B1383-12A7-481B-ADAF-CF464A085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DEBA8F2-4A71-4397-9A47-D932037DE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C352-B0A6-4D12-8939-629BB629224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15241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234D178-CAAC-44E6-A35C-E54FB09DC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D28BD77-A68F-4106-9AF2-F0C9F75FA6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72C11BA0-1368-4877-81AE-56897DF333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BA48DA3-C396-443A-A0A4-826A78C09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3E641-41DE-4131-BE43-BEBEB6171E7E}" type="datetimeFigureOut">
              <a:rPr lang="hu-HU" smtClean="0"/>
              <a:t>2026. 05. 06.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2E9932B-8D46-4364-9478-3B8255829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CD12189-CC73-47DC-AF98-547205F4C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C352-B0A6-4D12-8939-629BB629224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34681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00E18B6-67B1-4AD1-9725-9032B6DAE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18E379C-2378-4184-A991-4A1B3598B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424B4FB-0D44-417B-ADDB-81B9DD86C4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1CEB1A83-A25E-41F8-9B37-77ADD8DA84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9EDCF896-75D4-4202-99F3-DB66EE784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D5300944-A019-46E5-A0E7-5EC3EE172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3E641-41DE-4131-BE43-BEBEB6171E7E}" type="datetimeFigureOut">
              <a:rPr lang="hu-HU" smtClean="0"/>
              <a:t>2026. 05. 06.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26701527-4E03-42C0-A725-C59A6A7A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4DA496AA-28A0-4AE6-BD93-BB76668DE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C352-B0A6-4D12-8939-629BB629224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81950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2BD53A9-4EBD-440A-A752-00FF02A1A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B4BECCE9-9392-4C3E-B92B-51099EF0D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3E641-41DE-4131-BE43-BEBEB6171E7E}" type="datetimeFigureOut">
              <a:rPr lang="hu-HU" smtClean="0"/>
              <a:t>2026. 05. 06.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93C0D619-28B0-4775-A989-5B59977BA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896E36DC-FA24-437C-9433-D3E14E9A0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C352-B0A6-4D12-8939-629BB629224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57301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95259ADE-CB6B-46ED-98C2-F8F76F724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3E641-41DE-4131-BE43-BEBEB6171E7E}" type="datetimeFigureOut">
              <a:rPr lang="hu-HU" smtClean="0"/>
              <a:t>2026. 05. 06.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F5C6F336-8E0C-48EB-B21D-DD17F474F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CDCC4FC4-8A73-42D1-ABD9-7339C47C8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C352-B0A6-4D12-8939-629BB629224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83740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E5D82D4-F461-4AA9-B7F0-C6BD9843F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6169381-08C7-4448-9403-2877F0F0A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1563E0F6-122D-4087-9D6C-73DF6268D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9282412-4DFC-4439-8024-C065608DC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3E641-41DE-4131-BE43-BEBEB6171E7E}" type="datetimeFigureOut">
              <a:rPr lang="hu-HU" smtClean="0"/>
              <a:t>2026. 05. 06.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60B4055-B0E3-4588-A96B-A61EAB4A6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21DAECF-085D-43C9-90C4-C9377766F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C352-B0A6-4D12-8939-629BB629224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09249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F86C892-4711-4E58-BC2F-F552292D4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FC9C1A10-5F74-4292-B749-4F9DBF5AF1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A603454E-263D-4818-975A-651E4C0348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64F365F-B0B4-4B93-B820-DFC048999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3E641-41DE-4131-BE43-BEBEB6171E7E}" type="datetimeFigureOut">
              <a:rPr lang="hu-HU" smtClean="0"/>
              <a:t>2026. 05. 06.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6B5B127-7EE3-4AD8-82F1-4F9D83400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2B8DC07-83BB-46F8-9E44-F2062EA43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C352-B0A6-4D12-8939-629BB629224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62023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E860C07-639C-4F10-8159-BB4C83FDE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8245E14B-A7F3-48EC-899E-5E88D2CD7D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ECD4907-46D1-4558-887B-4ACDE852E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3E641-41DE-4131-BE43-BEBEB6171E7E}" type="datetimeFigureOut">
              <a:rPr lang="hu-HU" smtClean="0"/>
              <a:t>2026. 05. 06.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FC14BBD-392D-4FED-A6BA-F83560362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3CF4FAC-69AB-4B4E-BAF7-8CD4F3ECB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C352-B0A6-4D12-8939-629BB629224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6751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7E2B8EEE-0103-4CE6-BA09-6CF775F72D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8462A610-BA31-4D3B-9973-B6877038BA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62B6E9B-2627-4384-BCBB-D1BD72952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3E641-41DE-4131-BE43-BEBEB6171E7E}" type="datetimeFigureOut">
              <a:rPr lang="hu-HU" smtClean="0"/>
              <a:t>2026. 05. 06.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E2C8E91-9F25-45D0-AB44-6E879376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5DE9607-F3B8-4B72-9A52-86BAC8CEE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C352-B0A6-4D12-8939-629BB629224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52361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B056056A-5869-4195-8ED2-308826E2B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F8D902C-0AE2-4A31-944D-B363EEA5E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2FE2AB9-E776-47E5-8EAB-8E648C8178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3E641-41DE-4131-BE43-BEBEB6171E7E}" type="datetimeFigureOut">
              <a:rPr lang="hu-HU" smtClean="0"/>
              <a:t>2026. 05. 06.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AF6996B-97FD-4584-86A9-A2C8991AFA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8D79B0C-B2B4-4E24-BA2C-7B106979A2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0C352-B0A6-4D12-8939-629BB629224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917033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956ABC3-5A7E-4135-B79E-9B2FF59B9E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b="1" dirty="0">
                <a:solidFill>
                  <a:srgbClr val="FF0000"/>
                </a:solidFill>
                <a:latin typeface="Arial Black" panose="020B0A04020102020204" pitchFamily="34" charset="0"/>
              </a:rPr>
              <a:t>MaxxedOut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E1072BFD-B1AD-4B43-A3E9-F9454A2AAA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r>
              <a:rPr lang="hu-HU" sz="2000" dirty="0"/>
              <a:t>Készítők: </a:t>
            </a:r>
          </a:p>
          <a:p>
            <a:r>
              <a:rPr lang="hu-HU" sz="2000" dirty="0"/>
              <a:t>Medovarszki János | </a:t>
            </a:r>
            <a:r>
              <a:rPr lang="hu-HU" sz="2000" dirty="0" err="1"/>
              <a:t>Tekeres</a:t>
            </a:r>
            <a:r>
              <a:rPr lang="hu-HU" sz="2000" dirty="0"/>
              <a:t> Dénes | </a:t>
            </a:r>
            <a:r>
              <a:rPr lang="hu-HU" sz="2000" dirty="0" err="1"/>
              <a:t>Teveli</a:t>
            </a:r>
            <a:r>
              <a:rPr lang="hu-HU" sz="2000" dirty="0"/>
              <a:t> András</a:t>
            </a:r>
          </a:p>
        </p:txBody>
      </p:sp>
    </p:spTree>
    <p:extLst>
      <p:ext uri="{BB962C8B-B14F-4D97-AF65-F5344CB8AC3E}">
        <p14:creationId xmlns:p14="http://schemas.microsoft.com/office/powerpoint/2010/main" val="4119427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</Words>
  <Application>Microsoft Office PowerPoint</Application>
  <PresentationFormat>Szélesvásznú</PresentationFormat>
  <Paragraphs>3</Paragraphs>
  <Slides>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Calibri Light</vt:lpstr>
      <vt:lpstr>Office-téma</vt:lpstr>
      <vt:lpstr>MaxxedOut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Medovarszki János</dc:creator>
  <cp:lastModifiedBy>János Medovarszki</cp:lastModifiedBy>
  <cp:revision>2</cp:revision>
  <dcterms:created xsi:type="dcterms:W3CDTF">2025-10-13T09:08:19Z</dcterms:created>
  <dcterms:modified xsi:type="dcterms:W3CDTF">2026-05-06T20:17:26Z</dcterms:modified>
</cp:coreProperties>
</file>